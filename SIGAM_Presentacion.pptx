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19456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Segoe UI"/>
              </a:defRPr>
            </a:pPr>
            <a:r>
              <a:t>SIGAM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5D6A7"/>
                </a:solidFill>
                <a:latin typeface="Segoe UI"/>
              </a:defRPr>
            </a:pPr>
            <a:r>
              <a:t>Sistema Integral de Gestión Alimentaria Municipal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1C784"/>
                </a:solidFill>
                <a:latin typeface="Segoe UI"/>
              </a:defRPr>
            </a:pPr>
            <a:r>
              <a:t>Municipalidad de La Plata  —  Secretaría de Desarrollo Social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109728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1C784"/>
                </a:solidFill>
                <a:latin typeface="Segoe UI"/>
              </a:defRPr>
            </a:pPr>
            <a:r>
              <a:t>Presentación de Proyecto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¿Por qué se necesita SIGAM?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Segoe UI"/>
              </a:defRPr>
            </a:pPr>
            <a:r>
              <a:t>✗  Planillas Excel manuales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Errores de carga, datos duplicados, sin control de versiones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Segoe UI"/>
              </a:defRPr>
            </a:pPr>
            <a:r>
              <a:t>✗  Sin trazabilidad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No se puede verificar quién recibió qué, cuándo ni dónde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Segoe UI"/>
              </a:defRPr>
            </a:pPr>
            <a:r>
              <a:t>✗  Stock sin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Mercadería vencida, faltantes no detectados, transferencias informales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Segoe UI"/>
              </a:defRPr>
            </a:pPr>
            <a:r>
              <a:t>✗  Casos urgentes sin proceso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Pedidos por WhatsApp sin registro ni seguimiento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Segoe UI"/>
              </a:defRPr>
            </a:pPr>
            <a:r>
              <a:t>✗  Reportes manuales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ANEXO VI provincial armado a mano, propenso a errores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Segoe UI"/>
              </a:defRPr>
            </a:pPr>
            <a:r>
              <a:t>✗  Cero visibilidad en tiempo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Sin dashboards ni alertas automáticas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 Solución: SIGAM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Plataforma web integral de gestión alimentaria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✓  Gestión Centralizada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Base de datos única y en la nube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Acceso multi-usuario simultáneo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Datos consistentes y sin duplicados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Búsqueda global por DNI (Ctrl+K)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46304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✓  Trazabilidad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Cada entrega documentada con foto de firma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Historial completo de movimientos de stock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Auditoría automática de toda acción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PDF de remitos descargables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463040"/>
            <a:ext cx="34747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✓  Automatización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Cronograma mensual autogenerado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Alertas de vencimiento de mercadería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Notificaciones en tiempo real (SSE)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Generación masiva de remitos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Módulos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Beneficiarios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Alta/baja/modificación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Documentación adjunta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Detección duplicados DNI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Historial de entregas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37160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Remitos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Ciclo completo de entrega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Generación de PDF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Envío por email/WhatsApp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Firma fotográfica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Stock &amp; Depósitos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2 depósitos independientes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Control de lotes y vencimiento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Transferencias trazables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Alertas automáticas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37160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087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Cronograma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920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Generación mensual automática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Vista semanal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Ajuste de fechas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Generación masiva de remitos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11479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Casos Particulares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2627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Workflow de aprobación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Prioridad: Normal/Alta/Urgente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Cruce automático por DNI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Documentación de campo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977639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11479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Reportes &amp; ANEXO 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52627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Dashboard en tiempo real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Gráficos de distribución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Ranking de artículos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Exportación provincial oficial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77639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79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Mapa Interactivo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52627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Geolocalización de beneficiarios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Filtros por localidad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Popups informativos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Exportación por zona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3977639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114799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Segoe UI"/>
              </a:defRPr>
            </a:pPr>
            <a:r>
              <a:t>Auditoría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52627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Log automático de toda acción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Filtros por período/usuario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Exportación a Excel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Trazabilidad completa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Flujo de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Ciclo de vida completo de un remito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Segoe UI"/>
              </a:defRPr>
            </a:pPr>
            <a:r>
              <a:t>Programar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Cronograma mensual</a:t>
            </a:r>
            <a:br/>
            <a:r>
              <a:t>autogenerado</a:t>
            </a:r>
          </a:p>
        </p:txBody>
      </p:sp>
      <p:sp>
        <p:nvSpPr>
          <p:cNvPr id="9" name="Oval 8"/>
          <p:cNvSpPr/>
          <p:nvPr/>
        </p:nvSpPr>
        <p:spPr>
          <a:xfrm>
            <a:off x="2926080" y="22860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Segoe UI"/>
              </a:defRPr>
            </a:pPr>
            <a:r>
              <a:t>Crear Remito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520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Manual o masivo</a:t>
            </a:r>
            <a:br/>
            <a:r>
              <a:t>desde cronograma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22860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Segoe UI"/>
              </a:defRPr>
            </a:pPr>
            <a:r>
              <a:t>Confirmar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520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Stock descontado</a:t>
            </a:r>
            <a:br/>
            <a:r>
              <a:t>automáticamente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2860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Segoe UI"/>
              </a:defRPr>
            </a:pPr>
            <a:r>
              <a:t>Notificar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520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Email y WhatsApp</a:t>
            </a:r>
            <a:br/>
            <a:r>
              <a:t>al beneficiario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22860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Segoe UI"/>
              </a:defRPr>
            </a:pPr>
            <a:r>
              <a:t>Entregar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520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Depósito registra</a:t>
            </a:r>
            <a:br/>
            <a:r>
              <a:t>con foto de firma</a:t>
            </a:r>
          </a:p>
        </p:txBody>
      </p:sp>
      <p:sp>
        <p:nvSpPr>
          <p:cNvPr id="25" name="Oval 24"/>
          <p:cNvSpPr/>
          <p:nvPr/>
        </p:nvSpPr>
        <p:spPr>
          <a:xfrm>
            <a:off x="10607040" y="22860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  <a:latin typeface="Segoe UI"/>
              </a:defRPr>
            </a:pPr>
            <a:r>
              <a:t>Completar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35204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Segoe UI"/>
              </a:defRPr>
            </a:pPr>
            <a:r>
              <a:t>Registro en auditoría</a:t>
            </a:r>
            <a:br/>
            <a:r>
              <a:t>y reportes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Roles y Permisos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Control de acceso granular por rol y secretaría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Acceso completo al sistema. Gestión de usuarios, programas y configuración global.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OPERADOR DE PROGRAMA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Gestión de beneficiarios, remitos, cronograma y casos. Secretaría de Política Alimentaria.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LOGÍSTICA / DEPÓSITO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Control de stock, recepción de mercadería, confirmación de entregas en depósito.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ASISTENCIA CRÍTICA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Mismas funciones que Operador pero aislado en datos de Asistencia Crítica (depósito CITA).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TRABAJADORA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Creación de casos particulares desde el campo. Seguimiento de sus propios casos.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Acceso de solo lectura a dashboard, beneficiarios y reportes.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Arquitectura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Stack moderno, escalable y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React 18 + TypeScript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Material UI (MUI v5)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Zustand (estado global)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React Router v6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Recharts (gráficos)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Leaflet (mapas)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PWA — instalable como app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Vite (build ultrarrápido)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NestJS 10 + TypeScript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Prisma ORM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JWT + Passport.js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16 módulos independientes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Swagger / OpenAPI docs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SSE (notificaciones real-time)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PDFKit (generación de remitos)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Rate limiting (60 req/min)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37160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Segoe UI"/>
              </a:defRPr>
            </a:pPr>
            <a:r>
              <a:t>Infraestructura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9202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PostgreSQL 14+ (Supabase)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~20 tablas relacionales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Supabase Storage (archivos)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Gmail SMTP (emails)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Backups automáticos en nube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HTTPS + CORS configurado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Health checks (/health)</a:t>
            </a:r>
          </a:p>
          <a:p>
            <a:pPr>
              <a:spcAft>
                <a:spcPts val="400"/>
              </a:spcAft>
              <a:defRPr sz="1300">
                <a:solidFill>
                  <a:srgbClr val="616161"/>
                </a:solidFill>
                <a:latin typeface="Segoe UI"/>
              </a:defRPr>
            </a:pPr>
            <a:r>
              <a:t>Auditoría global automática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Seguridad y Cumplimiento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🔒  Autenticación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Tokens seguros con expiración. Contraseñas hasheadas con bcrypt. Sesiones stateless.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🔒  Control de Acceso (RBAC)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Cada endpoint protegido por rol. Datos aislados por secretaría. Guards en todas las rutas.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🔒  Auditoría Completa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Interceptor global registra automáticamente toda acción: usuario, fecha, datos modificados.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🔒  Rate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Protección contra abuso: 60 peticiones por minuto por IP. Prevención de ataques de fuerza bruta.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🔒  Datos en la Nube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PostgreSQL en Supabase con backups automáticos. Archivos en storage seguro con políticas de acceso.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Segoe UI"/>
              </a:defRPr>
            </a:pPr>
            <a:r>
              <a:t>🔒  Validación Estricta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Todos los datos validados en backend con class-validator. Sanitización de inputs.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Beneficios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Segoe UI"/>
              </a:defRPr>
            </a:pPr>
            <a:r>
              <a:t>✦  Eficiencia Operativa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Automatización de cronogramas, remitos masivos y alertas. Menos trabajo manual, menos errores.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Segoe UI"/>
              </a:defRPr>
            </a:pPr>
            <a:r>
              <a:t>✦  Transparencia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Cada entrega documentada. Auditoría completa. Reportes exportables para rendición de cuentas.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46304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Segoe UI"/>
              </a:defRPr>
            </a:pPr>
            <a:r>
              <a:t>✦  Acceso Desde Cualquier Lugar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2402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Aplicación web + PWA. Trabajadoras sociales cargan casos desde el campo con el celular.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Segoe UI"/>
              </a:defRPr>
            </a:pPr>
            <a:r>
              <a:t>✦  Toma de Decisiones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Dashboard en tiempo real. Gráficos de distribución. Mapa interactivo de cobertura.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Segoe UI"/>
              </a:defRPr>
            </a:pPr>
            <a:r>
              <a:t>✦  Cumplimiento Provincial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ANEXO VI generado automáticamente. Datos listos para auditoría externa.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39319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Segoe UI"/>
              </a:defRPr>
            </a:pPr>
            <a:r>
              <a:t>✦  Escalabilidad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Segoe UI"/>
              </a:defRPr>
            </a:pPr>
            <a:r>
              <a:t>Arquitectura modular preparada para incorporar nuevas secretarías y programas.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D6A7"/>
                </a:solidFill>
                <a:latin typeface="Segoe UI"/>
              </a:defRPr>
            </a:pPr>
            <a:r>
              <a:t>Evolución planificada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9748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Fase 1 — Consolidación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6974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Optimización de rendimiento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Mejoras de UX según feedback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Estabilización de reportes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69748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Fase 2 — Integraciones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6974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8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WhatsApp Business API (Twilio/Meta)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Notificaciones automáticas de retiro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Informes por email programados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69748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Fase 3 — Expansión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26974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Nuevas secretarías (CITA, Niñez)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Datos cruzados por beneficiario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Portal de autogestión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463040"/>
            <a:ext cx="2697480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Fase 4 — Inteligencia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011680"/>
            <a:ext cx="26974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24028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Predicción de demanda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Optimización de rutas de entrega</a:t>
            </a:r>
          </a:p>
          <a:p>
            <a:pPr>
              <a:spcAft>
                <a:spcPts val="800"/>
              </a:spcAft>
              <a:defRPr sz="1400">
                <a:solidFill>
                  <a:srgbClr val="616161"/>
                </a:solidFill>
                <a:latin typeface="Segoe UI"/>
              </a:defRPr>
            </a:pPr>
            <a:r>
              <a:t>•  Análisis de impacto social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011680"/>
            <a:ext cx="6675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SIGAM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5D6A7"/>
                </a:solidFill>
                <a:latin typeface="Segoe UI"/>
              </a:defRPr>
            </a:pPr>
            <a:r>
              <a:t>Gestión alimentaria transparente, eficiente y trazable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6675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Segoe UI"/>
              </a:defRPr>
            </a:pPr>
            <a:r>
              <a:t>Municipalidad de La Plata  ·  Secretaría de Desarrollo 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1206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